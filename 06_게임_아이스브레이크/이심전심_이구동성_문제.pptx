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9" r:id="rId13"/>
    <p:sldId id="278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68" r:id="rId24"/>
    <p:sldId id="267" r:id="rId25"/>
    <p:sldId id="262" r:id="rId26"/>
    <p:sldId id="261" r:id="rId27"/>
    <p:sldId id="260" r:id="rId28"/>
    <p:sldId id="292" r:id="rId29"/>
    <p:sldId id="266" r:id="rId30"/>
    <p:sldId id="289" r:id="rId31"/>
    <p:sldId id="290" r:id="rId32"/>
    <p:sldId id="291" r:id="rId33"/>
    <p:sldId id="293" r:id="rId34"/>
    <p:sldId id="265" r:id="rId35"/>
    <p:sldId id="294" r:id="rId36"/>
    <p:sldId id="295" r:id="rId37"/>
    <p:sldId id="296" r:id="rId38"/>
    <p:sldId id="297" r:id="rId39"/>
    <p:sldId id="264" r:id="rId40"/>
    <p:sldId id="298" r:id="rId41"/>
    <p:sldId id="299" r:id="rId42"/>
    <p:sldId id="300" r:id="rId43"/>
    <p:sldId id="301" r:id="rId44"/>
    <p:sldId id="263" r:id="rId45"/>
    <p:sldId id="302" r:id="rId46"/>
    <p:sldId id="303" r:id="rId47"/>
    <p:sldId id="304" r:id="rId48"/>
    <p:sldId id="305" r:id="rId49"/>
    <p:sldId id="259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51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92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586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17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85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47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5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38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72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29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5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09628-3897-48E5-926C-0C0CB4C8D796}" type="datetimeFigureOut">
              <a:rPr lang="ko-KR" altLang="en-US" smtClean="0"/>
              <a:t>2022-10-04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62E62-AC1B-44E8-A87C-F0E2E36D5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962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이심전심</a:t>
            </a:r>
          </a:p>
        </p:txBody>
      </p:sp>
    </p:spTree>
    <p:extLst>
      <p:ext uri="{BB962C8B-B14F-4D97-AF65-F5344CB8AC3E}">
        <p14:creationId xmlns:p14="http://schemas.microsoft.com/office/powerpoint/2010/main" val="291402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짜장면 </a:t>
            </a:r>
            <a:r>
              <a:rPr lang="en-US" altLang="ko-KR" sz="11500" dirty="0"/>
              <a:t>vs</a:t>
            </a:r>
            <a:r>
              <a:rPr lang="ko-KR" altLang="en-US" sz="11500" dirty="0"/>
              <a:t> 짬뽕</a:t>
            </a:r>
          </a:p>
        </p:txBody>
      </p:sp>
    </p:spTree>
    <p:extLst>
      <p:ext uri="{BB962C8B-B14F-4D97-AF65-F5344CB8AC3E}">
        <p14:creationId xmlns:p14="http://schemas.microsoft.com/office/powerpoint/2010/main" val="84451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라면</a:t>
            </a:r>
            <a:r>
              <a:rPr lang="en-US" altLang="ko-KR" sz="11500" dirty="0"/>
              <a:t> </a:t>
            </a:r>
            <a:r>
              <a:rPr lang="ko-KR" altLang="en-US" sz="11500" dirty="0"/>
              <a:t> </a:t>
            </a:r>
            <a:r>
              <a:rPr lang="en-US" altLang="ko-KR" sz="11500" dirty="0"/>
              <a:t>vs</a:t>
            </a:r>
            <a:r>
              <a:rPr lang="ko-KR" altLang="en-US" sz="11500" dirty="0"/>
              <a:t> 김밥</a:t>
            </a:r>
          </a:p>
        </p:txBody>
      </p:sp>
    </p:spTree>
    <p:extLst>
      <p:ext uri="{BB962C8B-B14F-4D97-AF65-F5344CB8AC3E}">
        <p14:creationId xmlns:p14="http://schemas.microsoft.com/office/powerpoint/2010/main" val="304692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 err="1"/>
              <a:t>부먹</a:t>
            </a:r>
            <a:r>
              <a:rPr lang="ko-KR" altLang="en-US" sz="11500" dirty="0"/>
              <a:t> </a:t>
            </a:r>
            <a:r>
              <a:rPr lang="en-US" altLang="ko-KR" sz="11500" dirty="0"/>
              <a:t>vs</a:t>
            </a:r>
            <a:r>
              <a:rPr lang="ko-KR" altLang="en-US" sz="11500" dirty="0"/>
              <a:t> </a:t>
            </a:r>
            <a:r>
              <a:rPr lang="ko-KR" altLang="en-US" sz="11500" dirty="0" err="1"/>
              <a:t>찍먹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335615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산 </a:t>
            </a:r>
            <a:r>
              <a:rPr lang="en-US" altLang="ko-KR" sz="11500" dirty="0"/>
              <a:t>vs</a:t>
            </a:r>
            <a:r>
              <a:rPr lang="ko-KR" altLang="en-US" sz="11500" dirty="0"/>
              <a:t> 바다</a:t>
            </a:r>
          </a:p>
        </p:txBody>
      </p:sp>
    </p:spTree>
    <p:extLst>
      <p:ext uri="{BB962C8B-B14F-4D97-AF65-F5344CB8AC3E}">
        <p14:creationId xmlns:p14="http://schemas.microsoft.com/office/powerpoint/2010/main" val="325071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학교 </a:t>
            </a:r>
            <a:r>
              <a:rPr lang="en-US" altLang="ko-KR" sz="11500" dirty="0"/>
              <a:t>vs</a:t>
            </a:r>
            <a:r>
              <a:rPr lang="ko-KR" altLang="en-US" sz="11500" dirty="0"/>
              <a:t> 학원</a:t>
            </a:r>
          </a:p>
        </p:txBody>
      </p:sp>
    </p:spTree>
    <p:extLst>
      <p:ext uri="{BB962C8B-B14F-4D97-AF65-F5344CB8AC3E}">
        <p14:creationId xmlns:p14="http://schemas.microsoft.com/office/powerpoint/2010/main" val="319564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엄마 </a:t>
            </a:r>
            <a:r>
              <a:rPr lang="en-US" altLang="ko-KR" sz="11500" dirty="0"/>
              <a:t>vs</a:t>
            </a:r>
            <a:r>
              <a:rPr lang="ko-KR" altLang="en-US" sz="11500" dirty="0"/>
              <a:t> 아빠</a:t>
            </a:r>
          </a:p>
        </p:txBody>
      </p:sp>
    </p:spTree>
    <p:extLst>
      <p:ext uri="{BB962C8B-B14F-4D97-AF65-F5344CB8AC3E}">
        <p14:creationId xmlns:p14="http://schemas.microsoft.com/office/powerpoint/2010/main" val="336798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235" y="1273363"/>
            <a:ext cx="96864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농구 </a:t>
            </a:r>
            <a:r>
              <a:rPr lang="en-US" altLang="ko-KR" sz="11500" dirty="0"/>
              <a:t>vs</a:t>
            </a:r>
            <a:r>
              <a:rPr lang="ko-KR" altLang="en-US" sz="11500" dirty="0"/>
              <a:t> 축구</a:t>
            </a:r>
          </a:p>
        </p:txBody>
      </p:sp>
    </p:spTree>
    <p:extLst>
      <p:ext uri="{BB962C8B-B14F-4D97-AF65-F5344CB8AC3E}">
        <p14:creationId xmlns:p14="http://schemas.microsoft.com/office/powerpoint/2010/main" val="134561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735" y="2103873"/>
            <a:ext cx="9686488" cy="285401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sz="11500" dirty="0"/>
              <a:t>김치찌게 </a:t>
            </a:r>
            <a:br>
              <a:rPr lang="en-US" altLang="ko-KR" sz="11500" dirty="0"/>
            </a:br>
            <a:r>
              <a:rPr lang="en-US" altLang="ko-KR" sz="11500" dirty="0"/>
              <a:t>vs</a:t>
            </a:r>
            <a:r>
              <a:rPr lang="ko-KR" altLang="en-US" sz="11500" dirty="0"/>
              <a:t> 된장찌게</a:t>
            </a:r>
          </a:p>
        </p:txBody>
      </p:sp>
    </p:spTree>
    <p:extLst>
      <p:ext uri="{BB962C8B-B14F-4D97-AF65-F5344CB8AC3E}">
        <p14:creationId xmlns:p14="http://schemas.microsoft.com/office/powerpoint/2010/main" val="190415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783" y="1273363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물만두 </a:t>
            </a:r>
            <a:r>
              <a:rPr lang="en-US" altLang="ko-KR" sz="11500" dirty="0"/>
              <a:t>vs</a:t>
            </a:r>
            <a:r>
              <a:rPr lang="ko-KR" altLang="en-US" sz="11500" dirty="0"/>
              <a:t> 군만두</a:t>
            </a:r>
          </a:p>
        </p:txBody>
      </p:sp>
    </p:spTree>
    <p:extLst>
      <p:ext uri="{BB962C8B-B14F-4D97-AF65-F5344CB8AC3E}">
        <p14:creationId xmlns:p14="http://schemas.microsoft.com/office/powerpoint/2010/main" val="159856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783" y="1273363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 err="1"/>
              <a:t>족발</a:t>
            </a:r>
            <a:r>
              <a:rPr lang="ko-KR" altLang="en-US" sz="11500" dirty="0"/>
              <a:t> </a:t>
            </a:r>
            <a:r>
              <a:rPr lang="en-US" altLang="ko-KR" sz="11500" dirty="0"/>
              <a:t>vs</a:t>
            </a:r>
            <a:r>
              <a:rPr lang="ko-KR" altLang="en-US" sz="11500" dirty="0"/>
              <a:t> </a:t>
            </a:r>
            <a:r>
              <a:rPr lang="ko-KR" altLang="en-US" sz="11500" dirty="0" err="1"/>
              <a:t>닭발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3665607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783" y="1273363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 err="1"/>
              <a:t>비냉</a:t>
            </a:r>
            <a:r>
              <a:rPr lang="ko-KR" altLang="en-US" sz="11500" dirty="0"/>
              <a:t> </a:t>
            </a:r>
            <a:r>
              <a:rPr lang="en-US" altLang="ko-KR" sz="11500" dirty="0"/>
              <a:t>vs</a:t>
            </a:r>
            <a:r>
              <a:rPr lang="ko-KR" altLang="en-US" sz="11500" dirty="0"/>
              <a:t> </a:t>
            </a:r>
            <a:r>
              <a:rPr lang="ko-KR" altLang="en-US" sz="11500" dirty="0" err="1"/>
              <a:t>물냉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85079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233" y="1382420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양념 </a:t>
            </a:r>
            <a:r>
              <a:rPr lang="en-US" altLang="ko-KR" sz="11500" dirty="0"/>
              <a:t>vs</a:t>
            </a:r>
            <a:r>
              <a:rPr lang="ko-KR" altLang="en-US" sz="11500" dirty="0"/>
              <a:t> </a:t>
            </a:r>
            <a:r>
              <a:rPr lang="ko-KR" altLang="en-US" sz="11500" dirty="0" err="1"/>
              <a:t>후라이드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80672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233" y="1382420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육회 </a:t>
            </a:r>
            <a:r>
              <a:rPr lang="en-US" altLang="ko-KR" sz="11500" dirty="0"/>
              <a:t>vs</a:t>
            </a:r>
            <a:r>
              <a:rPr lang="ko-KR" altLang="en-US" sz="11500" dirty="0"/>
              <a:t> 생선회</a:t>
            </a:r>
          </a:p>
        </p:txBody>
      </p:sp>
    </p:spTree>
    <p:extLst>
      <p:ext uri="{BB962C8B-B14F-4D97-AF65-F5344CB8AC3E}">
        <p14:creationId xmlns:p14="http://schemas.microsoft.com/office/powerpoint/2010/main" val="313890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233" y="1382420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강아지 </a:t>
            </a:r>
            <a:r>
              <a:rPr lang="en-US" altLang="ko-KR" sz="11500" dirty="0"/>
              <a:t>vs</a:t>
            </a:r>
            <a:r>
              <a:rPr lang="ko-KR" altLang="en-US" sz="11500" dirty="0"/>
              <a:t> 고양이</a:t>
            </a:r>
          </a:p>
        </p:txBody>
      </p:sp>
    </p:spTree>
    <p:extLst>
      <p:ext uri="{BB962C8B-B14F-4D97-AF65-F5344CB8AC3E}">
        <p14:creationId xmlns:p14="http://schemas.microsoft.com/office/powerpoint/2010/main" val="52896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233" y="1382420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햄버거 </a:t>
            </a:r>
            <a:r>
              <a:rPr lang="en-US" altLang="ko-KR" sz="11500" dirty="0"/>
              <a:t>vs</a:t>
            </a:r>
            <a:r>
              <a:rPr lang="ko-KR" altLang="en-US" sz="11500" dirty="0"/>
              <a:t> 피자</a:t>
            </a:r>
          </a:p>
        </p:txBody>
      </p:sp>
    </p:spTree>
    <p:extLst>
      <p:ext uri="{BB962C8B-B14F-4D97-AF65-F5344CB8AC3E}">
        <p14:creationId xmlns:p14="http://schemas.microsoft.com/office/powerpoint/2010/main" val="3669338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233" y="1382420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콜라 </a:t>
            </a:r>
            <a:r>
              <a:rPr lang="en-US" altLang="ko-KR" sz="11500" dirty="0"/>
              <a:t>vs</a:t>
            </a:r>
            <a:r>
              <a:rPr lang="ko-KR" altLang="en-US" sz="11500" dirty="0"/>
              <a:t> 사이다</a:t>
            </a:r>
          </a:p>
        </p:txBody>
      </p:sp>
    </p:spTree>
    <p:extLst>
      <p:ext uri="{BB962C8B-B14F-4D97-AF65-F5344CB8AC3E}">
        <p14:creationId xmlns:p14="http://schemas.microsoft.com/office/powerpoint/2010/main" val="196351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233" y="1382420"/>
            <a:ext cx="10830188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아아 </a:t>
            </a:r>
            <a:r>
              <a:rPr lang="en-US" altLang="ko-KR" sz="11500" dirty="0"/>
              <a:t>vs</a:t>
            </a:r>
            <a:r>
              <a:rPr lang="ko-KR" altLang="en-US" sz="11500" dirty="0"/>
              <a:t> </a:t>
            </a:r>
            <a:r>
              <a:rPr lang="ko-KR" altLang="en-US" sz="11500" dirty="0" err="1"/>
              <a:t>뜨아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470921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17" y="1382420"/>
            <a:ext cx="11274804" cy="2854019"/>
          </a:xfrm>
        </p:spPr>
        <p:txBody>
          <a:bodyPr>
            <a:normAutofit fontScale="90000"/>
          </a:bodyPr>
          <a:lstStyle/>
          <a:p>
            <a:r>
              <a:rPr lang="ko-KR" altLang="en-US" sz="11500" dirty="0" err="1"/>
              <a:t>버거킹</a:t>
            </a:r>
            <a:r>
              <a:rPr lang="ko-KR" altLang="en-US" sz="11500" dirty="0"/>
              <a:t> </a:t>
            </a:r>
            <a:r>
              <a:rPr lang="en-US" altLang="ko-KR" sz="11500" dirty="0"/>
              <a:t>vs</a:t>
            </a:r>
            <a:r>
              <a:rPr lang="ko-KR" altLang="en-US" sz="11500" dirty="0"/>
              <a:t> 맥도날드</a:t>
            </a:r>
          </a:p>
        </p:txBody>
      </p:sp>
    </p:spTree>
    <p:extLst>
      <p:ext uri="{BB962C8B-B14F-4D97-AF65-F5344CB8AC3E}">
        <p14:creationId xmlns:p14="http://schemas.microsoft.com/office/powerpoint/2010/main" val="886223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17" y="1382420"/>
            <a:ext cx="11274804" cy="2854019"/>
          </a:xfrm>
        </p:spPr>
        <p:txBody>
          <a:bodyPr>
            <a:normAutofit fontScale="90000"/>
          </a:bodyPr>
          <a:lstStyle/>
          <a:p>
            <a:r>
              <a:rPr lang="ko-KR" altLang="en-US" sz="11500" dirty="0"/>
              <a:t>군고구마 </a:t>
            </a:r>
            <a:br>
              <a:rPr lang="en-US" altLang="ko-KR" sz="11500" dirty="0"/>
            </a:br>
            <a:r>
              <a:rPr lang="en-US" altLang="ko-KR" sz="11500" dirty="0"/>
              <a:t>vs</a:t>
            </a:r>
            <a:r>
              <a:rPr lang="ko-KR" altLang="en-US" sz="11500" dirty="0"/>
              <a:t> </a:t>
            </a:r>
            <a:r>
              <a:rPr lang="ko-KR" altLang="en-US" sz="11500" dirty="0" err="1"/>
              <a:t>찐고구마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2920450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17" y="1382420"/>
            <a:ext cx="11274804" cy="2854019"/>
          </a:xfrm>
        </p:spPr>
        <p:txBody>
          <a:bodyPr>
            <a:normAutofit/>
          </a:bodyPr>
          <a:lstStyle/>
          <a:p>
            <a:r>
              <a:rPr lang="ko-KR" altLang="en-US" sz="11500" dirty="0"/>
              <a:t>수제비</a:t>
            </a:r>
            <a:r>
              <a:rPr lang="en-US" altLang="ko-KR" sz="11500" dirty="0"/>
              <a:t>vs</a:t>
            </a:r>
            <a:r>
              <a:rPr lang="ko-KR" altLang="en-US" sz="11500" dirty="0"/>
              <a:t> 칼국수</a:t>
            </a:r>
          </a:p>
        </p:txBody>
      </p:sp>
    </p:spTree>
    <p:extLst>
      <p:ext uri="{BB962C8B-B14F-4D97-AF65-F5344CB8AC3E}">
        <p14:creationId xmlns:p14="http://schemas.microsoft.com/office/powerpoint/2010/main" val="1803507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17" y="1382420"/>
            <a:ext cx="11274804" cy="2854019"/>
          </a:xfrm>
        </p:spPr>
        <p:txBody>
          <a:bodyPr>
            <a:normAutofit fontScale="90000"/>
          </a:bodyPr>
          <a:lstStyle/>
          <a:p>
            <a:r>
              <a:rPr lang="ko-KR" altLang="en-US" sz="11500" dirty="0"/>
              <a:t>소고기 </a:t>
            </a:r>
            <a:r>
              <a:rPr lang="en-US" altLang="ko-KR" sz="11500" dirty="0"/>
              <a:t>vs</a:t>
            </a:r>
            <a:r>
              <a:rPr lang="ko-KR" altLang="en-US" sz="11500" dirty="0"/>
              <a:t> 돼지고기</a:t>
            </a:r>
            <a:endParaRPr lang="en-US" altLang="ko-KR" sz="11500" dirty="0" err="1"/>
          </a:p>
        </p:txBody>
      </p:sp>
    </p:spTree>
    <p:extLst>
      <p:ext uri="{BB962C8B-B14F-4D97-AF65-F5344CB8AC3E}">
        <p14:creationId xmlns:p14="http://schemas.microsoft.com/office/powerpoint/2010/main" val="224790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이구동성</a:t>
            </a:r>
          </a:p>
        </p:txBody>
      </p:sp>
    </p:spTree>
    <p:extLst>
      <p:ext uri="{BB962C8B-B14F-4D97-AF65-F5344CB8AC3E}">
        <p14:creationId xmlns:p14="http://schemas.microsoft.com/office/powerpoint/2010/main" val="4104049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이탈리아</a:t>
            </a:r>
          </a:p>
        </p:txBody>
      </p:sp>
    </p:spTree>
    <p:extLst>
      <p:ext uri="{BB962C8B-B14F-4D97-AF65-F5344CB8AC3E}">
        <p14:creationId xmlns:p14="http://schemas.microsoft.com/office/powerpoint/2010/main" val="2017560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대기만성</a:t>
            </a:r>
          </a:p>
        </p:txBody>
      </p:sp>
    </p:spTree>
    <p:extLst>
      <p:ext uri="{BB962C8B-B14F-4D97-AF65-F5344CB8AC3E}">
        <p14:creationId xmlns:p14="http://schemas.microsoft.com/office/powerpoint/2010/main" val="420328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소변금지</a:t>
            </a:r>
          </a:p>
        </p:txBody>
      </p:sp>
    </p:spTree>
    <p:extLst>
      <p:ext uri="{BB962C8B-B14F-4D97-AF65-F5344CB8AC3E}">
        <p14:creationId xmlns:p14="http://schemas.microsoft.com/office/powerpoint/2010/main" val="3782348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금의환향</a:t>
            </a:r>
          </a:p>
        </p:txBody>
      </p:sp>
    </p:spTree>
    <p:extLst>
      <p:ext uri="{BB962C8B-B14F-4D97-AF65-F5344CB8AC3E}">
        <p14:creationId xmlns:p14="http://schemas.microsoft.com/office/powerpoint/2010/main" val="666157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소탐대실</a:t>
            </a:r>
          </a:p>
        </p:txBody>
      </p:sp>
    </p:spTree>
    <p:extLst>
      <p:ext uri="{BB962C8B-B14F-4D97-AF65-F5344CB8AC3E}">
        <p14:creationId xmlns:p14="http://schemas.microsoft.com/office/powerpoint/2010/main" val="3516646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우리나라</a:t>
            </a:r>
          </a:p>
        </p:txBody>
      </p:sp>
    </p:spTree>
    <p:extLst>
      <p:ext uri="{BB962C8B-B14F-4D97-AF65-F5344CB8AC3E}">
        <p14:creationId xmlns:p14="http://schemas.microsoft.com/office/powerpoint/2010/main" val="2036686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지란지교</a:t>
            </a:r>
          </a:p>
        </p:txBody>
      </p:sp>
    </p:spTree>
    <p:extLst>
      <p:ext uri="{BB962C8B-B14F-4D97-AF65-F5344CB8AC3E}">
        <p14:creationId xmlns:p14="http://schemas.microsoft.com/office/powerpoint/2010/main" val="4195093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문전성시</a:t>
            </a:r>
          </a:p>
        </p:txBody>
      </p:sp>
    </p:spTree>
    <p:extLst>
      <p:ext uri="{BB962C8B-B14F-4D97-AF65-F5344CB8AC3E}">
        <p14:creationId xmlns:p14="http://schemas.microsoft.com/office/powerpoint/2010/main" val="1183517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대동소이</a:t>
            </a:r>
          </a:p>
        </p:txBody>
      </p:sp>
    </p:spTree>
    <p:extLst>
      <p:ext uri="{BB962C8B-B14F-4D97-AF65-F5344CB8AC3E}">
        <p14:creationId xmlns:p14="http://schemas.microsoft.com/office/powerpoint/2010/main" val="1931534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싸이월드</a:t>
            </a:r>
          </a:p>
        </p:txBody>
      </p:sp>
    </p:spTree>
    <p:extLst>
      <p:ext uri="{BB962C8B-B14F-4D97-AF65-F5344CB8AC3E}">
        <p14:creationId xmlns:p14="http://schemas.microsoft.com/office/powerpoint/2010/main" val="2729647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모범택시</a:t>
            </a:r>
          </a:p>
        </p:txBody>
      </p:sp>
    </p:spTree>
    <p:extLst>
      <p:ext uri="{BB962C8B-B14F-4D97-AF65-F5344CB8AC3E}">
        <p14:creationId xmlns:p14="http://schemas.microsoft.com/office/powerpoint/2010/main" val="1357000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청출어람</a:t>
            </a:r>
          </a:p>
        </p:txBody>
      </p:sp>
    </p:spTree>
    <p:extLst>
      <p:ext uri="{BB962C8B-B14F-4D97-AF65-F5344CB8AC3E}">
        <p14:creationId xmlns:p14="http://schemas.microsoft.com/office/powerpoint/2010/main" val="4067816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임전무퇴</a:t>
            </a:r>
          </a:p>
        </p:txBody>
      </p:sp>
    </p:spTree>
    <p:extLst>
      <p:ext uri="{BB962C8B-B14F-4D97-AF65-F5344CB8AC3E}">
        <p14:creationId xmlns:p14="http://schemas.microsoft.com/office/powerpoint/2010/main" val="939415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지란지교</a:t>
            </a:r>
          </a:p>
        </p:txBody>
      </p:sp>
    </p:spTree>
    <p:extLst>
      <p:ext uri="{BB962C8B-B14F-4D97-AF65-F5344CB8AC3E}">
        <p14:creationId xmlns:p14="http://schemas.microsoft.com/office/powerpoint/2010/main" val="1527786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설왕설래</a:t>
            </a:r>
          </a:p>
        </p:txBody>
      </p:sp>
    </p:spTree>
    <p:extLst>
      <p:ext uri="{BB962C8B-B14F-4D97-AF65-F5344CB8AC3E}">
        <p14:creationId xmlns:p14="http://schemas.microsoft.com/office/powerpoint/2010/main" val="3870082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 err="1"/>
              <a:t>오션월드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27733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라식수술</a:t>
            </a:r>
          </a:p>
        </p:txBody>
      </p:sp>
    </p:spTree>
    <p:extLst>
      <p:ext uri="{BB962C8B-B14F-4D97-AF65-F5344CB8AC3E}">
        <p14:creationId xmlns:p14="http://schemas.microsoft.com/office/powerpoint/2010/main" val="3739231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마부위침</a:t>
            </a:r>
          </a:p>
        </p:txBody>
      </p:sp>
    </p:spTree>
    <p:extLst>
      <p:ext uri="{BB962C8B-B14F-4D97-AF65-F5344CB8AC3E}">
        <p14:creationId xmlns:p14="http://schemas.microsoft.com/office/powerpoint/2010/main" val="783641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동문서답</a:t>
            </a:r>
          </a:p>
        </p:txBody>
      </p:sp>
    </p:spTree>
    <p:extLst>
      <p:ext uri="{BB962C8B-B14F-4D97-AF65-F5344CB8AC3E}">
        <p14:creationId xmlns:p14="http://schemas.microsoft.com/office/powerpoint/2010/main" val="3480446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어버이날</a:t>
            </a:r>
          </a:p>
        </p:txBody>
      </p:sp>
    </p:spTree>
    <p:extLst>
      <p:ext uri="{BB962C8B-B14F-4D97-AF65-F5344CB8AC3E}">
        <p14:creationId xmlns:p14="http://schemas.microsoft.com/office/powerpoint/2010/main" val="2824927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에버랜드</a:t>
            </a:r>
          </a:p>
        </p:txBody>
      </p:sp>
    </p:spTree>
    <p:extLst>
      <p:ext uri="{BB962C8B-B14F-4D97-AF65-F5344CB8AC3E}">
        <p14:creationId xmlns:p14="http://schemas.microsoft.com/office/powerpoint/2010/main" val="390592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미리보기</a:t>
            </a:r>
          </a:p>
        </p:txBody>
      </p:sp>
    </p:spTree>
    <p:extLst>
      <p:ext uri="{BB962C8B-B14F-4D97-AF65-F5344CB8AC3E}">
        <p14:creationId xmlns:p14="http://schemas.microsoft.com/office/powerpoint/2010/main" val="4761049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시내버스</a:t>
            </a:r>
          </a:p>
        </p:txBody>
      </p:sp>
    </p:spTree>
    <p:extLst>
      <p:ext uri="{BB962C8B-B14F-4D97-AF65-F5344CB8AC3E}">
        <p14:creationId xmlns:p14="http://schemas.microsoft.com/office/powerpoint/2010/main" val="37174489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일편단심</a:t>
            </a:r>
          </a:p>
        </p:txBody>
      </p:sp>
    </p:spTree>
    <p:extLst>
      <p:ext uri="{BB962C8B-B14F-4D97-AF65-F5344CB8AC3E}">
        <p14:creationId xmlns:p14="http://schemas.microsoft.com/office/powerpoint/2010/main" val="882229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 err="1">
                <a:solidFill>
                  <a:srgbClr val="FFFF00"/>
                </a:solidFill>
              </a:rPr>
              <a:t>구밀복검</a:t>
            </a:r>
            <a:endParaRPr lang="ko-KR" altLang="en-US" sz="115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496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치과의사</a:t>
            </a:r>
          </a:p>
        </p:txBody>
      </p:sp>
    </p:spTree>
    <p:extLst>
      <p:ext uri="{BB962C8B-B14F-4D97-AF65-F5344CB8AC3E}">
        <p14:creationId xmlns:p14="http://schemas.microsoft.com/office/powerpoint/2010/main" val="1172199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선글라스</a:t>
            </a:r>
          </a:p>
        </p:txBody>
      </p:sp>
    </p:spTree>
    <p:extLst>
      <p:ext uri="{BB962C8B-B14F-4D97-AF65-F5344CB8AC3E}">
        <p14:creationId xmlns:p14="http://schemas.microsoft.com/office/powerpoint/2010/main" val="1397575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다다익선</a:t>
            </a:r>
          </a:p>
        </p:txBody>
      </p:sp>
    </p:spTree>
    <p:extLst>
      <p:ext uri="{BB962C8B-B14F-4D97-AF65-F5344CB8AC3E}">
        <p14:creationId xmlns:p14="http://schemas.microsoft.com/office/powerpoint/2010/main" val="2337239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천재일우</a:t>
            </a:r>
          </a:p>
        </p:txBody>
      </p:sp>
    </p:spTree>
    <p:extLst>
      <p:ext uri="{BB962C8B-B14F-4D97-AF65-F5344CB8AC3E}">
        <p14:creationId xmlns:p14="http://schemas.microsoft.com/office/powerpoint/2010/main" val="9551182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피부미용</a:t>
            </a:r>
          </a:p>
        </p:txBody>
      </p:sp>
    </p:spTree>
    <p:extLst>
      <p:ext uri="{BB962C8B-B14F-4D97-AF65-F5344CB8AC3E}">
        <p14:creationId xmlns:p14="http://schemas.microsoft.com/office/powerpoint/2010/main" val="34886615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일편단심</a:t>
            </a:r>
          </a:p>
        </p:txBody>
      </p:sp>
    </p:spTree>
    <p:extLst>
      <p:ext uri="{BB962C8B-B14F-4D97-AF65-F5344CB8AC3E}">
        <p14:creationId xmlns:p14="http://schemas.microsoft.com/office/powerpoint/2010/main" val="13077092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백과사전</a:t>
            </a:r>
          </a:p>
        </p:txBody>
      </p:sp>
    </p:spTree>
    <p:extLst>
      <p:ext uri="{BB962C8B-B14F-4D97-AF65-F5344CB8AC3E}">
        <p14:creationId xmlns:p14="http://schemas.microsoft.com/office/powerpoint/2010/main" val="7941488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개과천선</a:t>
            </a:r>
          </a:p>
        </p:txBody>
      </p:sp>
    </p:spTree>
    <p:extLst>
      <p:ext uri="{BB962C8B-B14F-4D97-AF65-F5344CB8AC3E}">
        <p14:creationId xmlns:p14="http://schemas.microsoft.com/office/powerpoint/2010/main" val="3065500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조삼모사</a:t>
            </a:r>
          </a:p>
        </p:txBody>
      </p:sp>
    </p:spTree>
    <p:extLst>
      <p:ext uri="{BB962C8B-B14F-4D97-AF65-F5344CB8AC3E}">
        <p14:creationId xmlns:p14="http://schemas.microsoft.com/office/powerpoint/2010/main" val="10647591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살신성인</a:t>
            </a:r>
          </a:p>
        </p:txBody>
      </p:sp>
    </p:spTree>
    <p:extLst>
      <p:ext uri="{BB962C8B-B14F-4D97-AF65-F5344CB8AC3E}">
        <p14:creationId xmlns:p14="http://schemas.microsoft.com/office/powerpoint/2010/main" val="17344821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프로야구</a:t>
            </a:r>
          </a:p>
        </p:txBody>
      </p:sp>
    </p:spTree>
    <p:extLst>
      <p:ext uri="{BB962C8B-B14F-4D97-AF65-F5344CB8AC3E}">
        <p14:creationId xmlns:p14="http://schemas.microsoft.com/office/powerpoint/2010/main" val="18194300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고슴도치</a:t>
            </a:r>
          </a:p>
        </p:txBody>
      </p:sp>
    </p:spTree>
    <p:extLst>
      <p:ext uri="{BB962C8B-B14F-4D97-AF65-F5344CB8AC3E}">
        <p14:creationId xmlns:p14="http://schemas.microsoft.com/office/powerpoint/2010/main" val="6672819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파죽지세</a:t>
            </a:r>
          </a:p>
        </p:txBody>
      </p:sp>
    </p:spTree>
    <p:extLst>
      <p:ext uri="{BB962C8B-B14F-4D97-AF65-F5344CB8AC3E}">
        <p14:creationId xmlns:p14="http://schemas.microsoft.com/office/powerpoint/2010/main" val="24129589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조강지처</a:t>
            </a:r>
          </a:p>
        </p:txBody>
      </p:sp>
    </p:spTree>
    <p:extLst>
      <p:ext uri="{BB962C8B-B14F-4D97-AF65-F5344CB8AC3E}">
        <p14:creationId xmlns:p14="http://schemas.microsoft.com/office/powerpoint/2010/main" val="39487360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삼고초려</a:t>
            </a:r>
          </a:p>
        </p:txBody>
      </p:sp>
    </p:spTree>
    <p:extLst>
      <p:ext uri="{BB962C8B-B14F-4D97-AF65-F5344CB8AC3E}">
        <p14:creationId xmlns:p14="http://schemas.microsoft.com/office/powerpoint/2010/main" val="12197677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셔틀버스</a:t>
            </a:r>
          </a:p>
        </p:txBody>
      </p:sp>
    </p:spTree>
    <p:extLst>
      <p:ext uri="{BB962C8B-B14F-4D97-AF65-F5344CB8AC3E}">
        <p14:creationId xmlns:p14="http://schemas.microsoft.com/office/powerpoint/2010/main" val="37110352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나무늘보</a:t>
            </a:r>
          </a:p>
        </p:txBody>
      </p:sp>
    </p:spTree>
    <p:extLst>
      <p:ext uri="{BB962C8B-B14F-4D97-AF65-F5344CB8AC3E}">
        <p14:creationId xmlns:p14="http://schemas.microsoft.com/office/powerpoint/2010/main" val="4097611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위기일발</a:t>
            </a:r>
          </a:p>
        </p:txBody>
      </p:sp>
    </p:spTree>
    <p:extLst>
      <p:ext uri="{BB962C8B-B14F-4D97-AF65-F5344CB8AC3E}">
        <p14:creationId xmlns:p14="http://schemas.microsoft.com/office/powerpoint/2010/main" val="996530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/>
              <a:t>동분서주</a:t>
            </a:r>
          </a:p>
        </p:txBody>
      </p:sp>
    </p:spTree>
    <p:extLst>
      <p:ext uri="{BB962C8B-B14F-4D97-AF65-F5344CB8AC3E}">
        <p14:creationId xmlns:p14="http://schemas.microsoft.com/office/powerpoint/2010/main" val="19682603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49EA-7F44-17E9-1C9A-D55BA148C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11500" dirty="0">
                <a:solidFill>
                  <a:srgbClr val="FFFF00"/>
                </a:solidFill>
              </a:rPr>
              <a:t>변기청소</a:t>
            </a:r>
          </a:p>
        </p:txBody>
      </p:sp>
    </p:spTree>
    <p:extLst>
      <p:ext uri="{BB962C8B-B14F-4D97-AF65-F5344CB8AC3E}">
        <p14:creationId xmlns:p14="http://schemas.microsoft.com/office/powerpoint/2010/main" val="405070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112</Words>
  <Application>Microsoft Office PowerPoint</Application>
  <PresentationFormat>와이드스크린</PresentationFormat>
  <Paragraphs>68</Paragraphs>
  <Slides>68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2" baseType="lpstr">
      <vt:lpstr>Arial</vt:lpstr>
      <vt:lpstr>Calibri</vt:lpstr>
      <vt:lpstr>Calibri Light</vt:lpstr>
      <vt:lpstr>Office Theme</vt:lpstr>
      <vt:lpstr>이심전심</vt:lpstr>
      <vt:lpstr>짜장면 vs 짬뽕</vt:lpstr>
      <vt:lpstr>라면  vs 김밥</vt:lpstr>
      <vt:lpstr>부먹 vs 찍먹</vt:lpstr>
      <vt:lpstr>산 vs 바다</vt:lpstr>
      <vt:lpstr>학교 vs 학원</vt:lpstr>
      <vt:lpstr>엄마 vs 아빠</vt:lpstr>
      <vt:lpstr>농구 vs 축구</vt:lpstr>
      <vt:lpstr>김치찌게  vs 된장찌게</vt:lpstr>
      <vt:lpstr>물만두 vs 군만두</vt:lpstr>
      <vt:lpstr>족발 vs 닭발</vt:lpstr>
      <vt:lpstr>비냉 vs 물냉</vt:lpstr>
      <vt:lpstr>양념 vs 후라이드</vt:lpstr>
      <vt:lpstr>육회 vs 생선회</vt:lpstr>
      <vt:lpstr>강아지 vs 고양이</vt:lpstr>
      <vt:lpstr>햄버거 vs 피자</vt:lpstr>
      <vt:lpstr>콜라 vs 사이다</vt:lpstr>
      <vt:lpstr>아아 vs 뜨아</vt:lpstr>
      <vt:lpstr>버거킹 vs 맥도날드</vt:lpstr>
      <vt:lpstr>군고구마  vs 찐고구마</vt:lpstr>
      <vt:lpstr>수제비vs 칼국수</vt:lpstr>
      <vt:lpstr>소고기 vs 돼지고기</vt:lpstr>
      <vt:lpstr>이구동성</vt:lpstr>
      <vt:lpstr>이탈리아</vt:lpstr>
      <vt:lpstr>대기만성</vt:lpstr>
      <vt:lpstr>소변금지</vt:lpstr>
      <vt:lpstr>금의환향</vt:lpstr>
      <vt:lpstr>소탐대실</vt:lpstr>
      <vt:lpstr>우리나라</vt:lpstr>
      <vt:lpstr>지란지교</vt:lpstr>
      <vt:lpstr>문전성시</vt:lpstr>
      <vt:lpstr>대동소이</vt:lpstr>
      <vt:lpstr>싸이월드</vt:lpstr>
      <vt:lpstr>모범택시</vt:lpstr>
      <vt:lpstr>청출어람</vt:lpstr>
      <vt:lpstr>임전무퇴</vt:lpstr>
      <vt:lpstr>지란지교</vt:lpstr>
      <vt:lpstr>설왕설래</vt:lpstr>
      <vt:lpstr>오션월드</vt:lpstr>
      <vt:lpstr>라식수술</vt:lpstr>
      <vt:lpstr>마부위침</vt:lpstr>
      <vt:lpstr>동문서답</vt:lpstr>
      <vt:lpstr>어버이날</vt:lpstr>
      <vt:lpstr>에버랜드</vt:lpstr>
      <vt:lpstr>미리보기</vt:lpstr>
      <vt:lpstr>시내버스</vt:lpstr>
      <vt:lpstr>일편단심</vt:lpstr>
      <vt:lpstr>구밀복검</vt:lpstr>
      <vt:lpstr>치과의사</vt:lpstr>
      <vt:lpstr>선글라스</vt:lpstr>
      <vt:lpstr>다다익선</vt:lpstr>
      <vt:lpstr>천재일우</vt:lpstr>
      <vt:lpstr>피부미용</vt:lpstr>
      <vt:lpstr>일편단심</vt:lpstr>
      <vt:lpstr>백과사전</vt:lpstr>
      <vt:lpstr>개과천선</vt:lpstr>
      <vt:lpstr>조삼모사</vt:lpstr>
      <vt:lpstr>살신성인</vt:lpstr>
      <vt:lpstr>프로야구</vt:lpstr>
      <vt:lpstr>고슴도치</vt:lpstr>
      <vt:lpstr>파죽지세</vt:lpstr>
      <vt:lpstr>조강지처</vt:lpstr>
      <vt:lpstr>삼고초려</vt:lpstr>
      <vt:lpstr>셔틀버스</vt:lpstr>
      <vt:lpstr>나무늘보</vt:lpstr>
      <vt:lpstr>위기일발</vt:lpstr>
      <vt:lpstr>동분서주</vt:lpstr>
      <vt:lpstr>변기청소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이심전심</dc:title>
  <dc:creator>최 진이</dc:creator>
  <cp:lastModifiedBy>최 진이</cp:lastModifiedBy>
  <cp:revision>1</cp:revision>
  <dcterms:created xsi:type="dcterms:W3CDTF">2022-10-04T11:48:12Z</dcterms:created>
  <dcterms:modified xsi:type="dcterms:W3CDTF">2022-10-04T12:16:42Z</dcterms:modified>
</cp:coreProperties>
</file>